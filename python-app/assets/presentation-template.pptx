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media/image1.jpeg" ContentType="image/jpe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218988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540000" y="360000"/>
            <a:ext cx="269748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fld id="{454C49F7-340D-4DBA-A161-E26D1AAD4ED9}" type="datetime">
              <a:rPr b="0" lang="es-MX" sz="1400" strike="noStrike" u="none">
                <a:solidFill>
                  <a:srgbClr val="808080"/>
                </a:solidFill>
                <a:effectLst/>
                <a:uFillTx/>
                <a:latin typeface="Arial"/>
              </a:rPr>
              <a:t>17/09/25</a:t>
            </a:fld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"/>
          <p:cNvSpPr/>
          <p:nvPr/>
        </p:nvSpPr>
        <p:spPr>
          <a:xfrm>
            <a:off x="3769560" y="6120000"/>
            <a:ext cx="467748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anchorCtr="1">
            <a:spAutoFit/>
          </a:bodyPr>
          <a:p>
            <a:pPr algn="ctr">
              <a:lnSpc>
                <a:spcPct val="100000"/>
              </a:lnSpc>
            </a:pPr>
            <a:r>
              <a:rPr b="0" lang="es-MX" sz="1400" strike="noStrike" u="none">
                <a:solidFill>
                  <a:srgbClr val="808080"/>
                </a:solidFill>
                <a:effectLst/>
                <a:uFillTx/>
                <a:latin typeface="Arial"/>
              </a:rPr>
              <a:t>Diapositiva  </a:t>
            </a:r>
            <a:fld id="{D9F6DEC6-BE96-4A91-A81C-379D796503C9}" type="slidenum">
              <a:rPr b="0" lang="es-MX" sz="1400" strike="noStrike" u="none">
                <a:solidFill>
                  <a:srgbClr val="808080"/>
                </a:solidFill>
                <a:effectLst/>
                <a:uFillTx/>
                <a:latin typeface="Arial"/>
              </a:rPr>
              <a:t>&lt;number&gt;</a:t>
            </a:fld>
            <a:r>
              <a:rPr b="0" lang="es-MX" sz="1400" strike="noStrike" u="none">
                <a:solidFill>
                  <a:srgbClr val="808080"/>
                </a:solidFill>
                <a:effectLst/>
                <a:uFillTx/>
                <a:latin typeface="Arial"/>
              </a:rPr>
              <a:t> de </a:t>
            </a:r>
            <a:fld id="{FAB7ABB8-DFFF-4CC2-9712-A6BBD26BF20A}" type="slidecount">
              <a:rPr b="0" lang="es-MX" sz="1400" strike="noStrike" u="none">
                <a:solidFill>
                  <a:srgbClr val="808080"/>
                </a:solidFill>
                <a:effectLst/>
                <a:uFillTx/>
                <a:latin typeface="Arial"/>
              </a:rPr>
              <a:t>1</a:t>
            </a:fld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6760" y="2146680"/>
            <a:ext cx="91587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"/>
          <p:cNvSpPr/>
          <p:nvPr/>
        </p:nvSpPr>
        <p:spPr>
          <a:xfrm>
            <a:off x="540000" y="360000"/>
            <a:ext cx="269748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fld id="{B15EF608-EA4B-4C9C-97B5-E26F7C4672ED}" type="datetime">
              <a:rPr b="0" lang="es-MX" sz="1400" strike="noStrike" u="none">
                <a:solidFill>
                  <a:srgbClr val="808080"/>
                </a:solidFill>
                <a:effectLst/>
                <a:uFillTx/>
                <a:latin typeface="Arial"/>
              </a:rPr>
              <a:t>17/09/25</a:t>
            </a:fld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"/>
          <p:cNvSpPr/>
          <p:nvPr/>
        </p:nvSpPr>
        <p:spPr>
          <a:xfrm>
            <a:off x="3769560" y="6120000"/>
            <a:ext cx="467748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anchorCtr="1">
            <a:spAutoFit/>
          </a:bodyPr>
          <a:p>
            <a:pPr algn="ctr">
              <a:lnSpc>
                <a:spcPct val="100000"/>
              </a:lnSpc>
            </a:pPr>
            <a:r>
              <a:rPr b="0" lang="es-MX" sz="1400" strike="noStrike" u="none">
                <a:solidFill>
                  <a:srgbClr val="808080"/>
                </a:solidFill>
                <a:effectLst/>
                <a:uFillTx/>
                <a:latin typeface="Arial"/>
              </a:rPr>
              <a:t>Diapositiva  </a:t>
            </a:r>
            <a:fld id="{06B7A26C-63DE-49F4-A283-6AA8A4792443}" type="slidenum">
              <a:rPr b="0" lang="es-MX" sz="1400" strike="noStrike" u="none">
                <a:solidFill>
                  <a:srgbClr val="808080"/>
                </a:solidFill>
                <a:effectLst/>
                <a:uFillTx/>
                <a:latin typeface="Arial"/>
              </a:rPr>
              <a:t>&lt;number&gt;</a:t>
            </a:fld>
            <a:r>
              <a:rPr b="0" lang="es-MX" sz="1400" strike="noStrike" u="none">
                <a:solidFill>
                  <a:srgbClr val="808080"/>
                </a:solidFill>
                <a:effectLst/>
                <a:uFillTx/>
                <a:latin typeface="Arial"/>
              </a:rPr>
              <a:t> de </a:t>
            </a:r>
            <a:fld id="{694D2513-18AD-4BC8-8A43-AC9CF5C6F5DC}" type="slidecount">
              <a:rPr b="0" lang="es-MX" sz="1400" strike="noStrike" u="none">
                <a:solidFill>
                  <a:srgbClr val="808080"/>
                </a:solidFill>
                <a:effectLst/>
                <a:uFillTx/>
                <a:latin typeface="Arial"/>
              </a:rPr>
              <a:t>1</a:t>
            </a:fld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6760" y="2146680"/>
            <a:ext cx="91587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39640" y="3600000"/>
            <a:ext cx="10991160" cy="199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UT-azul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LibreOffice/25.2.5.2$Windows_X86_64 LibreOffice_project/03d19516eb2e1dd5d4ccd751a0d6f35f35e08022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2021-10-11T14:30:24Z</dcterms:created>
  <dc:creator>Usuario de Microsoft Office</dc:creator>
  <dc:description/>
  <dc:language>es-MX</dc:language>
  <cp:lastModifiedBy>Brenda Arteaga Barrón</cp:lastModifiedBy>
  <dcterms:modified xsi:type="dcterms:W3CDTF">2025-09-17T10:49:59Z</dcterms:modified>
  <cp:revision>17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